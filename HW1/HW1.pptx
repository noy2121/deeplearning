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090d52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1090d52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090d52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1090d52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1090d520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1090d520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1090d520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1090d520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090d520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090d520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Deep Learning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579">
                <a:solidFill>
                  <a:schemeClr val="dk1"/>
                </a:solidFill>
              </a:rPr>
              <a:t>Homework 1</a:t>
            </a:r>
            <a:endParaRPr sz="457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79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Noy Rahmani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Gideon Shachar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Definition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Image classification on CIFAR-10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Chosen due to clear benchmarks and manageable scale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10 classes: airplane, automobile, bird, cat, deer, dog, frog, horse, ship, truck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Collection Process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-GB" sz="1765">
                <a:solidFill>
                  <a:schemeClr val="dk1"/>
                </a:solidFill>
              </a:rPr>
              <a:t>CIFAR-10 dataset</a:t>
            </a:r>
            <a:br>
              <a:rPr lang="en-GB" sz="1765">
                <a:solidFill>
                  <a:schemeClr val="dk1"/>
                </a:solidFill>
              </a:rPr>
            </a:br>
            <a:endParaRPr sz="1765">
              <a:solidFill>
                <a:schemeClr val="dk1"/>
              </a:solidFill>
            </a:endParaRPr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-GB" sz="1765">
                <a:solidFill>
                  <a:schemeClr val="dk1"/>
                </a:solidFill>
              </a:rPr>
              <a:t>60,000 labeled RGB images (32×32)</a:t>
            </a:r>
            <a:br>
              <a:rPr lang="en-GB" sz="1765">
                <a:solidFill>
                  <a:schemeClr val="dk1"/>
                </a:solidFill>
              </a:rPr>
            </a:br>
            <a:endParaRPr sz="1765">
              <a:solidFill>
                <a:schemeClr val="dk1"/>
              </a:solidFill>
            </a:endParaRPr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-GB" sz="1765">
                <a:solidFill>
                  <a:schemeClr val="dk1"/>
                </a:solidFill>
              </a:rPr>
              <a:t>50,000 training / 10,000 test samples</a:t>
            </a:r>
            <a:br>
              <a:rPr lang="en-GB" sz="1765">
                <a:solidFill>
                  <a:schemeClr val="dk1"/>
                </a:solidFill>
              </a:rPr>
            </a:br>
            <a:endParaRPr sz="1765">
              <a:solidFill>
                <a:schemeClr val="dk1"/>
              </a:solidFill>
            </a:endParaRPr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-GB" sz="1765">
                <a:solidFill>
                  <a:schemeClr val="dk1"/>
                </a:solidFill>
              </a:rPr>
              <a:t>Balanced class distribution</a:t>
            </a:r>
            <a:br>
              <a:rPr lang="en-GB" sz="1765">
                <a:solidFill>
                  <a:schemeClr val="dk1"/>
                </a:solidFill>
              </a:rPr>
            </a:br>
            <a:endParaRPr sz="1765">
              <a:solidFill>
                <a:schemeClr val="dk1"/>
              </a:solidFill>
            </a:endParaRPr>
          </a:p>
          <a:p>
            <a:pPr indent="-340677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5"/>
              <a:buChar char="●"/>
            </a:pPr>
            <a:r>
              <a:rPr lang="en-GB" sz="1765">
                <a:solidFill>
                  <a:schemeClr val="dk1"/>
                </a:solidFill>
              </a:rPr>
              <a:t>Main difficulty: low resolution images</a:t>
            </a:r>
            <a:endParaRPr sz="176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6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Pipeline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Fastai training framework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Pretrained ResNet (e.g., ResNet18/34)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Transfer learning with fine-tuning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Data augmentation and normalization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Cross-entropy loss, Adam optimizer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5059800" cy="14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Achieved high test accuracy: 94.3%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Achieved </a:t>
            </a:r>
            <a:r>
              <a:rPr lang="en-GB">
                <a:solidFill>
                  <a:schemeClr val="dk1"/>
                </a:solidFill>
              </a:rPr>
              <a:t>great confusion matrix stats: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Most errors are between visually similar classes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7074" y="1190400"/>
            <a:ext cx="3393724" cy="352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225" y="2067975"/>
            <a:ext cx="2831726" cy="293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Encountered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Confusion between similar classes (cat vs dog, deer vs horse)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Limited image resolution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Overfitting without sufficient augmentation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